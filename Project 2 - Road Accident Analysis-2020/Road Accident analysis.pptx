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3" r:id="rId4"/>
    <p:sldId id="262" r:id="rId5"/>
    <p:sldId id="260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96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4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6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54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28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5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71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7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6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5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238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6345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574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346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84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860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6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54CB54-0FE6-4696-807D-1B621B52F44C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F688622-6441-4B9F-B754-DE719E9B3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108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ramprasad-m-155b5321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D97030-8ACB-EBB0-A5B8-37742156CD73}"/>
              </a:ext>
            </a:extLst>
          </p:cNvPr>
          <p:cNvSpPr txBox="1"/>
          <p:nvPr/>
        </p:nvSpPr>
        <p:spPr>
          <a:xfrm>
            <a:off x="991385" y="2259449"/>
            <a:ext cx="102092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 Analysis – India (2020)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on Accidents, Fatalities, and Risk Patterns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DCC3F-3AAB-7067-D374-E9F09F38AB29}"/>
              </a:ext>
            </a:extLst>
          </p:cNvPr>
          <p:cNvSpPr txBox="1"/>
          <p:nvPr/>
        </p:nvSpPr>
        <p:spPr>
          <a:xfrm>
            <a:off x="9287759" y="5331826"/>
            <a:ext cx="21563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Ramprasad M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1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ACBE26-AC7E-6F39-F858-B3AD5E195734}"/>
              </a:ext>
            </a:extLst>
          </p:cNvPr>
          <p:cNvSpPr txBox="1"/>
          <p:nvPr/>
        </p:nvSpPr>
        <p:spPr>
          <a:xfrm>
            <a:off x="681087" y="868701"/>
            <a:ext cx="9858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4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road accident trends across major Indian cities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fatalities and injury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high-risk areas and key causes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F2CD2-9BD7-1657-4EAD-56BECFA47252}"/>
              </a:ext>
            </a:extLst>
          </p:cNvPr>
          <p:cNvSpPr txBox="1"/>
          <p:nvPr/>
        </p:nvSpPr>
        <p:spPr>
          <a:xfrm>
            <a:off x="681087" y="2470540"/>
            <a:ext cx="80646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(Dashboard Visualization)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(Data Analysis &amp; Querying)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(Data Cleaning &amp; Preparation)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DAD65-07B6-A353-B113-D27D573F131E}"/>
              </a:ext>
            </a:extLst>
          </p:cNvPr>
          <p:cNvSpPr txBox="1"/>
          <p:nvPr/>
        </p:nvSpPr>
        <p:spPr>
          <a:xfrm>
            <a:off x="681087" y="4072380"/>
            <a:ext cx="809291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Dataset Source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India (data.gov.in)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Dataset Includes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Million-plus cities across India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accidents, deaths, and injuries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categories and subcategories</a:t>
            </a:r>
          </a:p>
        </p:txBody>
      </p:sp>
    </p:spTree>
    <p:extLst>
      <p:ext uri="{BB962C8B-B14F-4D97-AF65-F5344CB8AC3E}">
        <p14:creationId xmlns:p14="http://schemas.microsoft.com/office/powerpoint/2010/main" val="277419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2A86-6B87-1449-8D52-2776C4ED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86F5E-CCC6-D9EC-E819-1EB8BC1AE801}"/>
              </a:ext>
            </a:extLst>
          </p:cNvPr>
          <p:cNvSpPr txBox="1"/>
          <p:nvPr/>
        </p:nvSpPr>
        <p:spPr>
          <a:xfrm>
            <a:off x="3897983" y="962448"/>
            <a:ext cx="43960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Statistics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Accidents: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352.42K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Injuries: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252.58K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Deaths: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81.25K</a:t>
            </a:r>
          </a:p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Fatality Rate: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23.06%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D0148A-03FD-4377-75D0-DEE6D14A4BD0}"/>
              </a:ext>
            </a:extLst>
          </p:cNvPr>
          <p:cNvSpPr txBox="1"/>
          <p:nvPr/>
        </p:nvSpPr>
        <p:spPr>
          <a:xfrm>
            <a:off x="610778" y="3648784"/>
            <a:ext cx="78407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–WISE ACCIDENT ANALYSIS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reports the highest number of accidents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 and Bengaluru follow closely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Tier-2 cities like Indore and Jabalpur show significant accident 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Accidents are highly concentrated in urban regions</a:t>
            </a:r>
          </a:p>
        </p:txBody>
      </p:sp>
    </p:spTree>
    <p:extLst>
      <p:ext uri="{BB962C8B-B14F-4D97-AF65-F5344CB8AC3E}">
        <p14:creationId xmlns:p14="http://schemas.microsoft.com/office/powerpoint/2010/main" val="334599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60DB-D3BA-A575-3491-9C820D4D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42B672-8D32-9559-64AE-C266580FA7F7}"/>
              </a:ext>
            </a:extLst>
          </p:cNvPr>
          <p:cNvSpPr txBox="1"/>
          <p:nvPr/>
        </p:nvSpPr>
        <p:spPr>
          <a:xfrm>
            <a:off x="377072" y="514382"/>
            <a:ext cx="1109534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&amp; RISK ANAYSIS 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Major Causes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factors (over speeding, negligence, rule violations)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and environmental factors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Risk Score Model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Risk Score = (Deaths × 3) + (Grievous × 2) + Minor Injuries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Insight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of accidents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frequency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67015-3954-33AD-2358-AB8C96762E4D}"/>
              </a:ext>
            </a:extLst>
          </p:cNvPr>
          <p:cNvSpPr txBox="1"/>
          <p:nvPr/>
        </p:nvSpPr>
        <p:spPr>
          <a:xfrm>
            <a:off x="377072" y="3542122"/>
            <a:ext cx="1109534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FATALITY ANALYSIS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Death Ratio Formula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Death Ratio = Deaths / Total Accidents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 Insights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cities show higher fatality rates despite fewer accidents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Indicates: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collisions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emergency response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trauma care accessibility</a:t>
            </a:r>
          </a:p>
        </p:txBody>
      </p:sp>
    </p:spTree>
    <p:extLst>
      <p:ext uri="{BB962C8B-B14F-4D97-AF65-F5344CB8AC3E}">
        <p14:creationId xmlns:p14="http://schemas.microsoft.com/office/powerpoint/2010/main" val="415827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2442-B779-FD54-0470-94DD7525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F6D622-0E26-2ABB-BD99-1E780573CD42}"/>
              </a:ext>
            </a:extLst>
          </p:cNvPr>
          <p:cNvSpPr txBox="1"/>
          <p:nvPr/>
        </p:nvSpPr>
        <p:spPr>
          <a:xfrm>
            <a:off x="728221" y="369358"/>
            <a:ext cx="992406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RECOMMENDATIONS:</a:t>
            </a:r>
          </a:p>
          <a:p>
            <a:pPr>
              <a:buNone/>
            </a:pPr>
            <a:endParaRPr lang="en-IN" sz="2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are highly concentrated in urban India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Fatality rate is significantly high (23%)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behaviour is the leading cause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traffic law enforcement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speed monitoring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public awareness campaigns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emergency and trauma care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13736-5E72-A3E6-F10D-A141FAC9866F}"/>
              </a:ext>
            </a:extLst>
          </p:cNvPr>
          <p:cNvSpPr txBox="1"/>
          <p:nvPr/>
        </p:nvSpPr>
        <p:spPr>
          <a:xfrm>
            <a:off x="728221" y="5571241"/>
            <a:ext cx="687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LINKEDIN : </a:t>
            </a:r>
            <a:r>
              <a:rPr lang="en-US" u="sng" dirty="0">
                <a:hlinkClick r:id="rId2"/>
              </a:rPr>
              <a:t>https://www.linkedin.com/in/ramprasad-m-155b53214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48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2CC3-7EAD-0137-74B4-AA815BA0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48AADD-46D9-4F14-746C-F7E917CE5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" y="213864"/>
            <a:ext cx="11355385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229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58</TotalTime>
  <Words>309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Times New Roman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PRASAD</dc:creator>
  <cp:lastModifiedBy>RAM PRASAD</cp:lastModifiedBy>
  <cp:revision>6</cp:revision>
  <dcterms:created xsi:type="dcterms:W3CDTF">2026-03-19T16:53:50Z</dcterms:created>
  <dcterms:modified xsi:type="dcterms:W3CDTF">2026-03-20T14:33:23Z</dcterms:modified>
</cp:coreProperties>
</file>